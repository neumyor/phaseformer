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75660d2a234ce3" /><Relationship Type="http://schemas.openxmlformats.org/officeDocument/2006/relationships/extended-properties" Target="/docProps/app.xml" Id="R60c1ada783e1478c" /><Relationship Type="http://schemas.openxmlformats.org/officeDocument/2006/relationships/officeDocument" Target="/ppt/presentation.xml" Id="R16720f2c159745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e43d2707094784"/>
  </p:sldMasterIdLst>
  <p:notesMasterIdLst>
    <p:notesMasterId xmlns:r="http://schemas.openxmlformats.org/officeDocument/2006/relationships" r:id="R7dcea8eb197d42bf"/>
  </p:notesMasterIdLst>
  <p:sldIdLst>
    <p:sldId xmlns:r="http://schemas.openxmlformats.org/officeDocument/2006/relationships" id="256" r:id="R0754ea896127471c"/>
    <p:sldId xmlns:r="http://schemas.openxmlformats.org/officeDocument/2006/relationships" id="257" r:id="R5475fd54869d48e3"/>
    <p:sldId xmlns:r="http://schemas.openxmlformats.org/officeDocument/2006/relationships" id="258" r:id="Raad2e0be31084099"/>
    <p:sldId xmlns:r="http://schemas.openxmlformats.org/officeDocument/2006/relationships" id="259" r:id="Rb126a27873b24e3a"/>
    <p:sldId xmlns:r="http://schemas.openxmlformats.org/officeDocument/2006/relationships" id="260" r:id="R419b2dc8c0a846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ae50195542460a" /><Relationship Type="http://schemas.openxmlformats.org/officeDocument/2006/relationships/slideMaster" Target="/ppt/slideMasters/slideMaster1.xml" Id="R44e43d2707094784" /><Relationship Type="http://schemas.openxmlformats.org/officeDocument/2006/relationships/notesMaster" Target="/ppt/notesMasters/notesMaster1.xml" Id="R7dcea8eb197d42bf" /><Relationship Type="http://schemas.openxmlformats.org/officeDocument/2006/relationships/presProps" Target="/ppt/presProps.xml" Id="R4e44656fe2d741f8" /><Relationship Type="http://schemas.openxmlformats.org/officeDocument/2006/relationships/tableStyles" Target="/ppt/tableStyles.xml" Id="R6979aee7362847d0" /><Relationship Type="http://schemas.openxmlformats.org/officeDocument/2006/relationships/slide" Target="/ppt/slides/slide1.xml" Id="R0754ea896127471c" /><Relationship Type="http://schemas.openxmlformats.org/officeDocument/2006/relationships/slide" Target="/ppt/slides/slide2.xml" Id="R5475fd54869d48e3" /><Relationship Type="http://schemas.openxmlformats.org/officeDocument/2006/relationships/slide" Target="/ppt/slides/slide3.xml" Id="Raad2e0be31084099" /><Relationship Type="http://schemas.openxmlformats.org/officeDocument/2006/relationships/slide" Target="/ppt/slides/slide4.xml" Id="Rb126a27873b24e3a" /><Relationship Type="http://schemas.openxmlformats.org/officeDocument/2006/relationships/slide" Target="/ppt/slides/slide5.xml" Id="R419b2dc8c0a846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c0a9ecf66f4c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参考稿蓝色主题">
      <a:dk1>
        <a:srgbClr val="000000"/>
      </a:dk1>
      <a:lt1>
        <a:srgbClr val="FFFFFF"/>
      </a:lt1>
      <a:dk2>
        <a:srgbClr val="0D2542"/>
      </a:dk2>
      <a:lt2>
        <a:srgbClr val="DEE7F0"/>
      </a:lt2>
      <a:accent1>
        <a:srgbClr val="003DA6"/>
      </a:accent1>
      <a:accent2>
        <a:srgbClr val="009FE3"/>
      </a:accent2>
      <a:accent3>
        <a:srgbClr val="1A62A8"/>
      </a:accent3>
      <a:accent4>
        <a:srgbClr val="46617D"/>
      </a:accent4>
      <a:accent5>
        <a:srgbClr val="A9CBEA"/>
      </a:accent5>
      <a:accent6>
        <a:srgbClr val="C0392B"/>
      </a:accent6>
      <a:hlink>
        <a:srgbClr val="003DA6"/>
      </a:hlink>
      <a:folHlink>
        <a:srgbClr val="46617D"/>
      </a:folHlink>
    </a:clrScheme>
    <a:fontScheme name="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参考稿蓝色主题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b9a4f1985640a3" /><Relationship Type="http://schemas.openxmlformats.org/officeDocument/2006/relationships/notesMaster" Target="/ppt/notesMasters/notesMaster1.xml" Id="R26c823e6919f43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c730a8a56d4812" /><Relationship Type="http://schemas.openxmlformats.org/officeDocument/2006/relationships/notesMaster" Target="/ppt/notesMasters/notesMaster1.xml" Id="R56f85c2276c741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77491713384266" /><Relationship Type="http://schemas.openxmlformats.org/officeDocument/2006/relationships/notesMaster" Target="/ppt/notesMasters/notesMaster1.xml" Id="R2b13d9256e7a4b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afde68e22b46ce" /><Relationship Type="http://schemas.openxmlformats.org/officeDocument/2006/relationships/notesMaster" Target="/ppt/notesMasters/notesMaster1.xml" Id="Rdfb977d0997a41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b100af3b824e84" /><Relationship Type="http://schemas.openxmlformats.org/officeDocument/2006/relationships/notesMaster" Target="/ppt/notesMasters/notesMaster1.xml" Id="R3c02113b9c614c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1c17f5e32749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99b767c8ed44cc" /><Relationship Type="http://schemas.openxmlformats.org/officeDocument/2006/relationships/slideLayout" Target="/ppt/slideLayouts/slideLayout1.xml" Id="Rd295fa2f90b24e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95fa2f90b24e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Times New Roman"/>
          <a:ea typeface="黑体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Times New Roman"/>
          <a:ea typeface="黑体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Times New Roman"/>
          <a:ea typeface="黑体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Times New Roman"/>
          <a:ea typeface="黑体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黑体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黑体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黑体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黑体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黑体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黑体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Times New Roman"/>
          <a:ea typeface="黑体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Times New Roman"/>
          <a:ea typeface="黑体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Times New Roman"/>
          <a:ea typeface="黑体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Times New Roman"/>
          <a:ea typeface="黑体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Times New Roman"/>
          <a:ea typeface="黑体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Times New Roman"/>
          <a:ea typeface="黑体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Times New Roman"/>
          <a:ea typeface="黑体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Times New Roman"/>
          <a:ea typeface="黑体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Times New Roman"/>
          <a:ea typeface="黑体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参考稿蓝色主题">
      <a:dk1>
        <a:srgbClr val="000000"/>
      </a:dk1>
      <a:lt1>
        <a:srgbClr val="FFFFFF"/>
      </a:lt1>
      <a:dk2>
        <a:srgbClr val="0D2542"/>
      </a:dk2>
      <a:lt2>
        <a:srgbClr val="DEE7F0"/>
      </a:lt2>
      <a:accent1>
        <a:srgbClr val="003DA6"/>
      </a:accent1>
      <a:accent2>
        <a:srgbClr val="009FE3"/>
      </a:accent2>
      <a:accent3>
        <a:srgbClr val="1A62A8"/>
      </a:accent3>
      <a:accent4>
        <a:srgbClr val="46617D"/>
      </a:accent4>
      <a:accent5>
        <a:srgbClr val="A9CBEA"/>
      </a:accent5>
      <a:accent6>
        <a:srgbClr val="C0392B"/>
      </a:accent6>
      <a:hlink>
        <a:srgbClr val="003DA6"/>
      </a:hlink>
      <a:folHlink>
        <a:srgbClr val="46617D"/>
      </a:folHlink>
    </a:clrScheme>
    <a:fontScheme name="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参考稿蓝色主题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be4e2a6904ef5" /><Relationship Type="http://schemas.openxmlformats.org/officeDocument/2006/relationships/image" Target="/ppt/media/image.jpeg" Id="R99251711ff144a12" /><Relationship Type="http://schemas.openxmlformats.org/officeDocument/2006/relationships/notesSlide" Target="/ppt/notesSlides/notesSlide1.xml" Id="Rd4ee0e09d5744b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48c6e4ca34251" /><Relationship Type="http://schemas.openxmlformats.org/officeDocument/2006/relationships/notesSlide" Target="/ppt/notesSlides/notesSlide2.xml" Id="R483812c0a1fd42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1b76680434149" /><Relationship Type="http://schemas.openxmlformats.org/officeDocument/2006/relationships/notesSlide" Target="/ppt/notesSlides/notesSlide3.xml" Id="Rad1ce4662b0c4b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5d822b6184b67" /><Relationship Type="http://schemas.openxmlformats.org/officeDocument/2006/relationships/notesSlide" Target="/ppt/notesSlides/notesSlide4.xml" Id="R759d1bb31b2d4e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df3ed36ab4a7a" /><Relationship Type="http://schemas.openxmlformats.org/officeDocument/2006/relationships/notesSlide" Target="/ppt/notesSlides/notesSlide5.xml" Id="R92605ea2a2bb4f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封面标题">
            <a:extLst xmlns:a="http://schemas.openxmlformats.org/drawingml/2006/main">
              <a:ext uri="{FF2B5EF4-FFF2-40B4-BE49-F238E27FC236}">
                <a16:creationId xmlns:a16="http://schemas.microsoft.com/office/drawing/2014/main" id="{539BBCCE-D899-4B62-AAC3-C59A7AA4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62000"/>
            <a:ext cx="990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435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［论文分享主题］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51711ff144a12"/>
          <a:srcRect xmlns:a="http://schemas.openxmlformats.org/drawingml/2006/main" l="0" t="2884" r="0" b="28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095500"/>
            <a:ext cx="12192000" cy="2038350"/>
          </a:xfrm>
          <a:prstGeom xmlns:a="http://schemas.openxmlformats.org/drawingml/2006/main" prst="rect">
            <a:avLst/>
          </a:prstGeom>
        </p:spPr>
      </p:pic>
      <p:sp>
        <p:nvSpPr>
          <p:cNvPr id="3" name="汇报人">
            <a:extLst xmlns:a="http://schemas.openxmlformats.org/drawingml/2006/main">
              <a:ext uri="{FF2B5EF4-FFF2-40B4-BE49-F238E27FC236}">
                <a16:creationId xmlns:a16="http://schemas.microsoft.com/office/drawing/2014/main" id="{67756537-052D-4E9A-A226-332FD847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3400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2175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［汇报人］</a:t>
            </a:r>
          </a:p>
        </p:txBody>
      </p:sp>
      <p:sp>
        <p:nvSpPr>
          <p:cNvPr id="4" name="汇报日期">
            <a:extLst xmlns:a="http://schemas.openxmlformats.org/drawingml/2006/main">
              <a:ext uri="{FF2B5EF4-FFF2-40B4-BE49-F238E27FC236}">
                <a16:creationId xmlns:a16="http://schemas.microsoft.com/office/drawing/2014/main" id="{A6DC799A-A1C2-4E5D-8F94-1D2750D9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8170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3DA6"/>
                </a:solidFill>
                <a:latin typeface="Times New Roman"/>
                <a:ea typeface="黑体"/>
                <a:cs typeface="Times New Roman"/>
              </a:defRPr>
            </a:pPr>
            <a:r>
              <a:rPr sz="2700" b="1">
                <a:solidFill>
                  <a:srgbClr val="003DA6"/>
                </a:solidFill>
                <a:latin typeface="Times New Roman"/>
                <a:ea typeface="黑体"/>
                <a:cs typeface="Times New Roman"/>
              </a:rPr>
              <a:t>［年／月／日］</a:t>
            </a:r>
          </a:p>
        </p:txBody>
      </p:sp>
    </p:spTree>
    <p:extLst>
      <p:ext uri="{BB962C8B-B14F-4D97-AF65-F5344CB8AC3E}">
        <p14:creationId xmlns:p14="http://schemas.microsoft.com/office/powerpoint/2010/main" val="19454833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页标题">
            <a:extLst xmlns:a="http://schemas.openxmlformats.org/drawingml/2006/main">
              <a:ext uri="{FF2B5EF4-FFF2-40B4-BE49-F238E27FC236}">
                <a16:creationId xmlns:a16="http://schemas.microsoft.com/office/drawing/2014/main" id="{15889C3D-BAFB-4AFA-9F8E-A65F75C2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论文一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C35E5AD1-FC4C-4CD4-9F7D-D4B6C27D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667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Times New Roman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Times New Roman"/>
              </a:rPr>
              <a:t>2</a:t>
            </a:r>
          </a:p>
        </p:txBody>
      </p:sp>
      <p:sp>
        <p:nvSpPr>
          <p:cNvPr id="3" name="深蓝横线">
            <a:extLst xmlns:a="http://schemas.openxmlformats.org/drawingml/2006/main">
              <a:ext uri="{FF2B5EF4-FFF2-40B4-BE49-F238E27FC236}">
                <a16:creationId xmlns:a16="http://schemas.microsoft.com/office/drawing/2014/main" id="{7352AAF7-CE92-4AF1-84E1-8A507797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76300"/>
            <a:ext cx="2209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DA6"/>
          </a:solidFill>
          <a:ln xmlns:a="http://schemas.openxmlformats.org/drawingml/2006/main" w="0">
            <a:noFill/>
          </a:ln>
        </p:spPr>
      </p:sp>
      <p:sp>
        <p:nvSpPr>
          <p:cNvPr id="4" name="亮蓝横线">
            <a:extLst xmlns:a="http://schemas.openxmlformats.org/drawingml/2006/main">
              <a:ext uri="{FF2B5EF4-FFF2-40B4-BE49-F238E27FC236}">
                <a16:creationId xmlns:a16="http://schemas.microsoft.com/office/drawing/2014/main" id="{C9DBDE39-DC1D-47C0-85DD-649A6C5E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914400"/>
            <a:ext cx="910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E3"/>
          </a:solidFill>
          <a:ln xmlns:a="http://schemas.openxmlformats.org/drawingml/2006/main" w="0">
            <a:noFill/>
          </a:ln>
        </p:spPr>
      </p:sp>
      <p:sp>
        <p:nvSpPr>
          <p:cNvPr id="5" name="论文题目">
            <a:extLst xmlns:a="http://schemas.openxmlformats.org/drawingml/2006/main">
              <a:ext uri="{FF2B5EF4-FFF2-40B4-BE49-F238E27FC236}">
                <a16:creationId xmlns:a16="http://schemas.microsoft.com/office/drawing/2014/main" id="{41D7EC67-E2DB-4542-AD7B-E9E0B527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75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675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［论文题目］</a:t>
            </a:r>
          </a:p>
        </p:txBody>
      </p:sp>
      <p:sp>
        <p:nvSpPr>
          <p:cNvPr id="6" name="文献信息">
            <a:extLst xmlns:a="http://schemas.openxmlformats.org/drawingml/2006/main">
              <a:ext uri="{FF2B5EF4-FFF2-40B4-BE49-F238E27FC236}">
                <a16:creationId xmlns:a16="http://schemas.microsoft.com/office/drawing/2014/main" id="{DB4A305E-9BF5-4E9C-B657-344774F5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29075"/>
            <a:ext cx="895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6B6B6B"/>
                </a:solidFill>
                <a:latin typeface="Times New Roman"/>
                <a:ea typeface="黑体"/>
                <a:cs typeface="黑体"/>
              </a:defRPr>
            </a:pPr>
            <a:r>
              <a:rPr sz="1875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［作者 · 会议或期刊 · 年份］</a:t>
            </a:r>
          </a:p>
        </p:txBody>
      </p:sp>
    </p:spTree>
    <p:extLst>
      <p:ext uri="{BB962C8B-B14F-4D97-AF65-F5344CB8AC3E}">
        <p14:creationId xmlns:p14="http://schemas.microsoft.com/office/powerpoint/2010/main" val="4915294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页标题">
            <a:extLst xmlns:a="http://schemas.openxmlformats.org/drawingml/2006/main">
              <a:ext uri="{FF2B5EF4-FFF2-40B4-BE49-F238E27FC236}">
                <a16:creationId xmlns:a16="http://schemas.microsoft.com/office/drawing/2014/main" id="{EBEFA3AE-5E43-43B7-BA6C-0385D88E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［论文简称］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86E84D13-E509-46CE-8E4A-C437461D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667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Times New Roman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Times New Roman"/>
              </a:rPr>
              <a:t>3</a:t>
            </a:r>
          </a:p>
        </p:txBody>
      </p:sp>
      <p:sp>
        <p:nvSpPr>
          <p:cNvPr id="3" name="深蓝横线">
            <a:extLst xmlns:a="http://schemas.openxmlformats.org/drawingml/2006/main">
              <a:ext uri="{FF2B5EF4-FFF2-40B4-BE49-F238E27FC236}">
                <a16:creationId xmlns:a16="http://schemas.microsoft.com/office/drawing/2014/main" id="{D8BD2761-1CE0-4AC0-9D96-55A2633F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76300"/>
            <a:ext cx="2209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DA6"/>
          </a:solidFill>
          <a:ln xmlns:a="http://schemas.openxmlformats.org/drawingml/2006/main" w="0">
            <a:noFill/>
          </a:ln>
        </p:spPr>
      </p:sp>
      <p:sp>
        <p:nvSpPr>
          <p:cNvPr id="4" name="亮蓝横线">
            <a:extLst xmlns:a="http://schemas.openxmlformats.org/drawingml/2006/main">
              <a:ext uri="{FF2B5EF4-FFF2-40B4-BE49-F238E27FC236}">
                <a16:creationId xmlns:a16="http://schemas.microsoft.com/office/drawing/2014/main" id="{4DFBF35F-E77B-4E9C-B6DE-D3CC11E9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914400"/>
            <a:ext cx="910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E3"/>
          </a:solidFill>
          <a:ln xmlns:a="http://schemas.openxmlformats.org/drawingml/2006/main" w="0">
            <a:noFill/>
          </a:ln>
        </p:spPr>
      </p:sp>
      <p:sp>
        <p:nvSpPr>
          <p:cNvPr id="5" name="核心思想">
            <a:extLst xmlns:a="http://schemas.openxmlformats.org/drawingml/2006/main">
              <a:ext uri="{FF2B5EF4-FFF2-40B4-BE49-F238E27FC236}">
                <a16:creationId xmlns:a16="http://schemas.microsoft.com/office/drawing/2014/main" id="{590BE95B-78E2-494C-BA8F-7446E896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1090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325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［一句话概括论文的核心思想］</a:t>
            </a:r>
          </a:p>
        </p:txBody>
      </p:sp>
      <p:sp>
        <p:nvSpPr>
          <p:cNvPr id="6" name="问题标记">
            <a:extLst xmlns:a="http://schemas.openxmlformats.org/drawingml/2006/main">
              <a:ext uri="{FF2B5EF4-FFF2-40B4-BE49-F238E27FC236}">
                <a16:creationId xmlns:a16="http://schemas.microsoft.com/office/drawing/2014/main" id="{1C7DF132-B2F2-478E-8BAA-9188501D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324100"/>
            <a:ext cx="38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DA6"/>
          </a:solidFill>
          <a:ln xmlns:a="http://schemas.openxmlformats.org/drawingml/2006/main" w="0">
            <a:noFill/>
          </a:ln>
        </p:spPr>
      </p:sp>
      <p:sp>
        <p:nvSpPr>
          <p:cNvPr id="7" name="问题标题">
            <a:extLst xmlns:a="http://schemas.openxmlformats.org/drawingml/2006/main">
              <a:ext uri="{FF2B5EF4-FFF2-40B4-BE49-F238E27FC236}">
                <a16:creationId xmlns:a16="http://schemas.microsoft.com/office/drawing/2014/main" id="{8975AB97-AFE8-4775-B779-3190AAC7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025" b="1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问题</a:t>
            </a:r>
          </a:p>
        </p:txBody>
      </p:sp>
      <p:sp>
        <p:nvSpPr>
          <p:cNvPr id="8" name="问题内容">
            <a:extLst xmlns:a="http://schemas.openxmlformats.org/drawingml/2006/main">
              <a:ext uri="{FF2B5EF4-FFF2-40B4-BE49-F238E27FC236}">
                <a16:creationId xmlns:a16="http://schemas.microsoft.com/office/drawing/2014/main" id="{64835E54-3199-47EC-9A38-AA4393D6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18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［论文要解决的研究问题］</a:t>
            </a:r>
          </a:p>
        </p:txBody>
      </p:sp>
      <p:sp>
        <p:nvSpPr>
          <p:cNvPr id="9" name="方法标记">
            <a:extLst xmlns:a="http://schemas.openxmlformats.org/drawingml/2006/main">
              <a:ext uri="{FF2B5EF4-FFF2-40B4-BE49-F238E27FC236}">
                <a16:creationId xmlns:a16="http://schemas.microsoft.com/office/drawing/2014/main" id="{BE4EB521-2D4E-4B58-9E9C-C793C082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448050"/>
            <a:ext cx="38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DA6"/>
          </a:solidFill>
          <a:ln xmlns:a="http://schemas.openxmlformats.org/drawingml/2006/main" w="0">
            <a:noFill/>
          </a:ln>
        </p:spPr>
      </p:sp>
      <p:sp>
        <p:nvSpPr>
          <p:cNvPr id="10" name="方法标题">
            <a:extLst xmlns:a="http://schemas.openxmlformats.org/drawingml/2006/main">
              <a:ext uri="{FF2B5EF4-FFF2-40B4-BE49-F238E27FC236}">
                <a16:creationId xmlns:a16="http://schemas.microsoft.com/office/drawing/2014/main" id="{9C550FDE-E486-4E4D-8344-42800B93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025" b="1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方法</a:t>
            </a:r>
          </a:p>
        </p:txBody>
      </p:sp>
      <p:sp>
        <p:nvSpPr>
          <p:cNvPr id="11" name="方法内容">
            <a:extLst xmlns:a="http://schemas.openxmlformats.org/drawingml/2006/main">
              <a:ext uri="{FF2B5EF4-FFF2-40B4-BE49-F238E27FC236}">
                <a16:creationId xmlns:a16="http://schemas.microsoft.com/office/drawing/2014/main" id="{6C6290CA-947D-4E33-A465-A26B9980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95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18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［方法或模型的关键做法］</a:t>
            </a:r>
          </a:p>
        </p:txBody>
      </p:sp>
      <p:sp>
        <p:nvSpPr>
          <p:cNvPr id="12" name="结果标记">
            <a:extLst xmlns:a="http://schemas.openxmlformats.org/drawingml/2006/main">
              <a:ext uri="{FF2B5EF4-FFF2-40B4-BE49-F238E27FC236}">
                <a16:creationId xmlns:a16="http://schemas.microsoft.com/office/drawing/2014/main" id="{6CA72F75-BD73-4465-92C1-6285C1D9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572000"/>
            <a:ext cx="38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DA6"/>
          </a:solidFill>
          <a:ln xmlns:a="http://schemas.openxmlformats.org/drawingml/2006/main" w="0">
            <a:noFill/>
          </a:ln>
        </p:spPr>
      </p:sp>
      <p:sp>
        <p:nvSpPr>
          <p:cNvPr id="13" name="结果标题">
            <a:extLst xmlns:a="http://schemas.openxmlformats.org/drawingml/2006/main">
              <a:ext uri="{FF2B5EF4-FFF2-40B4-BE49-F238E27FC236}">
                <a16:creationId xmlns:a16="http://schemas.microsoft.com/office/drawing/2014/main" id="{5CAD5E49-3109-4A36-AA34-545A7C1D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025" b="1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结果</a:t>
            </a:r>
          </a:p>
        </p:txBody>
      </p:sp>
      <p:sp>
        <p:nvSpPr>
          <p:cNvPr id="14" name="结果内容">
            <a:extLst xmlns:a="http://schemas.openxmlformats.org/drawingml/2006/main">
              <a:ext uri="{FF2B5EF4-FFF2-40B4-BE49-F238E27FC236}">
                <a16:creationId xmlns:a16="http://schemas.microsoft.com/office/drawing/2014/main" id="{AD0EC429-B64D-4F5F-8C35-91FBF83F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434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180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［最重要的实验结果或结论］</a:t>
            </a:r>
          </a:p>
        </p:txBody>
      </p:sp>
      <p:sp>
        <p:nvSpPr>
          <p:cNvPr id="15" name="论文引用">
            <a:extLst xmlns:a="http://schemas.openxmlformats.org/drawingml/2006/main">
              <a:ext uri="{FF2B5EF4-FFF2-40B4-BE49-F238E27FC236}">
                <a16:creationId xmlns:a16="http://schemas.microsoft.com/office/drawing/2014/main" id="{463910FF-AAB2-4FAD-95A8-61DDD4E8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53175"/>
            <a:ext cx="1081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B6B6B"/>
                </a:solidFill>
                <a:latin typeface="Times New Roman"/>
                <a:ea typeface="黑体"/>
                <a:cs typeface="黑体"/>
              </a:defRPr>
            </a:pPr>
            <a:r>
              <a:rPr sz="1275">
                <a:solidFill>
                  <a:srgbClr val="6B6B6B"/>
                </a:solidFill>
                <a:latin typeface="Times New Roman"/>
                <a:ea typeface="黑体"/>
                <a:cs typeface="黑体"/>
              </a:rPr>
              <a:t>［论文引用：作者，标题，会议／期刊，年份］</a:t>
            </a:r>
          </a:p>
        </p:txBody>
      </p:sp>
    </p:spTree>
    <p:extLst>
      <p:ext uri="{BB962C8B-B14F-4D97-AF65-F5344CB8AC3E}">
        <p14:creationId xmlns:p14="http://schemas.microsoft.com/office/powerpoint/2010/main" val="9915954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页标题">
            <a:extLst xmlns:a="http://schemas.openxmlformats.org/drawingml/2006/main">
              <a:ext uri="{FF2B5EF4-FFF2-40B4-BE49-F238E27FC236}">
                <a16:creationId xmlns:a16="http://schemas.microsoft.com/office/drawing/2014/main" id="{45FBE881-C781-49DF-910E-54587A4D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［论文简称］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AFF7BEBE-EE79-4EAA-AD34-84EC0C29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667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>
                <a:solidFill>
                  <a:srgbClr val="1A1A1A"/>
                </a:solidFill>
                <a:latin typeface="Times New Roman"/>
                <a:ea typeface="黑体"/>
                <a:cs typeface="Times New Roman"/>
              </a:defRPr>
            </a:pPr>
            <a:r>
              <a:rPr sz="2100">
                <a:solidFill>
                  <a:srgbClr val="1A1A1A"/>
                </a:solidFill>
                <a:latin typeface="Times New Roman"/>
                <a:ea typeface="黑体"/>
                <a:cs typeface="Times New Roman"/>
              </a:rPr>
              <a:t>4</a:t>
            </a:r>
          </a:p>
        </p:txBody>
      </p:sp>
      <p:sp>
        <p:nvSpPr>
          <p:cNvPr id="3" name="深蓝横线">
            <a:extLst xmlns:a="http://schemas.openxmlformats.org/drawingml/2006/main">
              <a:ext uri="{FF2B5EF4-FFF2-40B4-BE49-F238E27FC236}">
                <a16:creationId xmlns:a16="http://schemas.microsoft.com/office/drawing/2014/main" id="{1140DBAC-C416-468E-8EAA-FC0B74EE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76300"/>
            <a:ext cx="2209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DA6"/>
          </a:solidFill>
          <a:ln xmlns:a="http://schemas.openxmlformats.org/drawingml/2006/main" w="0">
            <a:noFill/>
          </a:ln>
        </p:spPr>
      </p:sp>
      <p:sp>
        <p:nvSpPr>
          <p:cNvPr id="4" name="亮蓝横线">
            <a:extLst xmlns:a="http://schemas.openxmlformats.org/drawingml/2006/main">
              <a:ext uri="{FF2B5EF4-FFF2-40B4-BE49-F238E27FC236}">
                <a16:creationId xmlns:a16="http://schemas.microsoft.com/office/drawing/2014/main" id="{13CC4426-809C-4314-B56F-F60A1159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914400"/>
            <a:ext cx="910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E3"/>
          </a:solidFill>
          <a:ln xmlns:a="http://schemas.openxmlformats.org/drawingml/2006/main" w="0">
            <a:noFill/>
          </a:ln>
        </p:spPr>
      </p:sp>
      <p:sp>
        <p:nvSpPr>
          <p:cNvPr id="5" name="结果标题">
            <a:extLst xmlns:a="http://schemas.openxmlformats.org/drawingml/2006/main">
              <a:ext uri="{FF2B5EF4-FFF2-40B4-BE49-F238E27FC236}">
                <a16:creationId xmlns:a16="http://schemas.microsoft.com/office/drawing/2014/main" id="{98CA7177-42C1-4D5F-9B17-3F59A984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2325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［关键图表或实验结果的标题］</a:t>
            </a:r>
          </a:p>
        </p:txBody>
      </p:sp>
      <p:sp>
        <p:nvSpPr>
          <p:cNvPr id="6" name="图表区域">
            <a:extLst xmlns:a="http://schemas.openxmlformats.org/drawingml/2006/main">
              <a:ext uri="{FF2B5EF4-FFF2-40B4-BE49-F238E27FC236}">
                <a16:creationId xmlns:a16="http://schemas.microsoft.com/office/drawing/2014/main" id="{C25AA9CB-C5C2-415A-A43E-EFA5C74C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85975"/>
            <a:ext cx="110109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A9CBEA"/>
            </a:solidFill>
            <a:prstDash val="solid"/>
          </a:ln>
        </p:spPr>
      </p:sp>
      <p:sp>
        <p:nvSpPr>
          <p:cNvPr id="7" name="图片占位">
            <a:extLst xmlns:a="http://schemas.openxmlformats.org/drawingml/2006/main">
              <a:ext uri="{FF2B5EF4-FFF2-40B4-BE49-F238E27FC236}">
                <a16:creationId xmlns:a16="http://schemas.microsoft.com/office/drawing/2014/main" id="{E4046DE3-B304-42E3-8677-6EFAAA7C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81375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46617D"/>
                </a:solidFill>
                <a:latin typeface="Times New Roman"/>
                <a:ea typeface="黑体"/>
                <a:cs typeface="黑体"/>
              </a:defRPr>
            </a:pPr>
            <a:r>
              <a:rPr sz="1950">
                <a:solidFill>
                  <a:srgbClr val="46617D"/>
                </a:solidFill>
                <a:latin typeface="Times New Roman"/>
                <a:ea typeface="黑体"/>
                <a:cs typeface="黑体"/>
              </a:rPr>
              <a:t>［在这里插入图表或论文图片］</a:t>
            </a:r>
          </a:p>
        </p:txBody>
      </p:sp>
      <p:sp>
        <p:nvSpPr>
          <p:cNvPr id="8" name="结果解释">
            <a:extLst xmlns:a="http://schemas.openxmlformats.org/drawingml/2006/main">
              <a:ext uri="{FF2B5EF4-FFF2-40B4-BE49-F238E27FC236}">
                <a16:creationId xmlns:a16="http://schemas.microsoft.com/office/drawing/2014/main" id="{9AE33F42-66B4-42AC-95DA-D61E6296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67375"/>
            <a:ext cx="11010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A1A1A"/>
                </a:solidFill>
                <a:latin typeface="Times New Roman"/>
                <a:ea typeface="黑体"/>
                <a:cs typeface="黑体"/>
              </a:defRPr>
            </a:pPr>
            <a:r>
              <a:rPr sz="1950">
                <a:solidFill>
                  <a:srgbClr val="1A1A1A"/>
                </a:solidFill>
                <a:latin typeface="Times New Roman"/>
                <a:ea typeface="黑体"/>
                <a:cs typeface="黑体"/>
              </a:rPr>
              <a:t>［用一句话说明图表支持的结论］</a:t>
            </a:r>
          </a:p>
        </p:txBody>
      </p:sp>
    </p:spTree>
    <p:extLst>
      <p:ext uri="{BB962C8B-B14F-4D97-AF65-F5344CB8AC3E}">
        <p14:creationId xmlns:p14="http://schemas.microsoft.com/office/powerpoint/2010/main" val="21184106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深蓝横线">
            <a:extLst xmlns:a="http://schemas.openxmlformats.org/drawingml/2006/main">
              <a:ext uri="{FF2B5EF4-FFF2-40B4-BE49-F238E27FC236}">
                <a16:creationId xmlns:a16="http://schemas.microsoft.com/office/drawing/2014/main" id="{7D8BB683-0098-45C4-B21D-5A19B132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76300"/>
            <a:ext cx="2209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DA6"/>
          </a:solidFill>
          <a:ln xmlns:a="http://schemas.openxmlformats.org/drawingml/2006/main" w="0">
            <a:noFill/>
          </a:ln>
        </p:spPr>
      </p:sp>
      <p:sp>
        <p:nvSpPr>
          <p:cNvPr id="2" name="亮蓝横线">
            <a:extLst xmlns:a="http://schemas.openxmlformats.org/drawingml/2006/main">
              <a:ext uri="{FF2B5EF4-FFF2-40B4-BE49-F238E27FC236}">
                <a16:creationId xmlns:a16="http://schemas.microsoft.com/office/drawing/2014/main" id="{643D3D94-6FC5-48A7-98E7-A974DF73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914400"/>
            <a:ext cx="910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E3"/>
          </a:solidFill>
          <a:ln xmlns:a="http://schemas.openxmlformats.org/drawingml/2006/main" w="0">
            <a:noFill/>
          </a:ln>
        </p:spPr>
      </p:sp>
      <p:sp>
        <p:nvSpPr>
          <p:cNvPr id="3" name="结束语">
            <a:extLst xmlns:a="http://schemas.openxmlformats.org/drawingml/2006/main">
              <a:ext uri="{FF2B5EF4-FFF2-40B4-BE49-F238E27FC236}">
                <a16:creationId xmlns:a16="http://schemas.microsoft.com/office/drawing/2014/main" id="{5D7A3FFE-0D7C-4CDF-96C9-F503DDA9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48000"/>
            <a:ext cx="914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75">
                <a:solidFill>
                  <a:srgbClr val="003DA6"/>
                </a:solidFill>
                <a:latin typeface="Times New Roman"/>
                <a:ea typeface="黑体"/>
                <a:cs typeface="黑体"/>
              </a:defRPr>
            </a:pPr>
            <a:r>
              <a:rPr sz="3675">
                <a:solidFill>
                  <a:srgbClr val="003DA6"/>
                </a:solidFill>
                <a:latin typeface="Times New Roman"/>
                <a:ea typeface="黑体"/>
                <a:cs typeface="黑体"/>
              </a:rPr>
              <a:t>谢谢大家，欢迎讨论</a:t>
            </a:r>
          </a:p>
        </p:txBody>
      </p:sp>
    </p:spTree>
    <p:extLst>
      <p:ext uri="{BB962C8B-B14F-4D97-AF65-F5344CB8AC3E}">
        <p14:creationId xmlns:p14="http://schemas.microsoft.com/office/powerpoint/2010/main" val="952513530"/>
      </p:ext>
    </p:extLst>
  </p:cSld>
</p:sld>
</file>

<file path=ppt/theme/theme1.xml><?xml version="1.0" encoding="utf-8"?>
<a:theme xmlns:a="http://schemas.openxmlformats.org/drawingml/2006/main" name="ChatGPT">
  <a:themeElements>
    <a:clrScheme name="参考稿蓝色主题">
      <a:dk1>
        <a:srgbClr val="000000"/>
      </a:dk1>
      <a:lt1>
        <a:srgbClr val="FFFFFF"/>
      </a:lt1>
      <a:dk2>
        <a:srgbClr val="0D2542"/>
      </a:dk2>
      <a:lt2>
        <a:srgbClr val="DEE7F0"/>
      </a:lt2>
      <a:accent1>
        <a:srgbClr val="003DA6"/>
      </a:accent1>
      <a:accent2>
        <a:srgbClr val="009FE3"/>
      </a:accent2>
      <a:accent3>
        <a:srgbClr val="1A62A8"/>
      </a:accent3>
      <a:accent4>
        <a:srgbClr val="46617D"/>
      </a:accent4>
      <a:accent5>
        <a:srgbClr val="A9CBEA"/>
      </a:accent5>
      <a:accent6>
        <a:srgbClr val="C0392B"/>
      </a:accent6>
      <a:hlink>
        <a:srgbClr val="003DA6"/>
      </a:hlink>
      <a:folHlink>
        <a:srgbClr val="46617D"/>
      </a:folHlink>
    </a:clrScheme>
    <a:fontScheme name="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参考稿蓝色主题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2026-09-28T07:23:43.0240000Z</dcterms:created>
  <dcterms:modified xsi:type="dcterms:W3CDTF">2026-09-28T07:23:43.0240000Z</dcterms:modified>
</coreProperties>
</file>