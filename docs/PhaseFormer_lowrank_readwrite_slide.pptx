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PingFang SC"/>
              </a:rPr>
              <a:t>低秩支路到底读什么、写什么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PingFang SC"/>
              </a:rPr>
              <a:t>一句话结论：能说清的是「主模式」——它读最近一段的水平，写整段未来的整体平移；更细的成分目前还说不清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960120" cy="41148"/>
          </a:xfrm>
          <a:prstGeom prst="rect">
            <a:avLst/>
          </a:prstGeom>
          <a:solidFill>
            <a:srgbClr val="3A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A66A8"/>
                </a:solidFill>
                <a:latin typeface="PingFang SC"/>
              </a:rPr>
              <a:t>结论：</a:t>
            </a:r>
            <a:r>
              <a:rPr sz="1500" b="0">
                <a:solidFill>
                  <a:srgbClr val="1A1A1A"/>
                </a:solidFill>
                <a:latin typeface="PingFang SC"/>
              </a:rPr>
              <a:t>这条支路不重建未来波形，它只做一件事——</a:t>
            </a:r>
            <a:r>
              <a:rPr sz="1500" b="1">
                <a:solidFill>
                  <a:srgbClr val="1A1A1A"/>
                </a:solidFill>
                <a:latin typeface="PingFang SC"/>
              </a:rPr>
              <a:t>把最近一段时间的水平差异，换算成整段未来该平移多少。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920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A66A8"/>
                </a:solidFill>
                <a:latin typeface="PingFang SC"/>
              </a:rPr>
              <a:t>历史窗口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A1A1A"/>
                </a:solidFill>
                <a:latin typeface="PingFang SC"/>
              </a:rPr>
              <a:t>720 维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最近 720 步的完整波形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27248" y="2926080"/>
            <a:ext cx="914400" cy="384048"/>
          </a:xfrm>
          <a:prstGeom prst="rightArrow">
            <a:avLst/>
          </a:prstGeom>
          <a:solidFill>
            <a:srgbClr val="C8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66A8"/>
                </a:solidFill>
                <a:latin typeface="PingFang SC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920240"/>
            <a:ext cx="1920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A66A8"/>
                </a:solidFill>
                <a:latin typeface="PingFang SC"/>
              </a:rPr>
              <a:t>低维状态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A1A1A"/>
                </a:solidFill>
                <a:latin typeface="PingFang SC"/>
              </a:rPr>
              <a:t>1–2 维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一个标量，代表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「近期水平」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00800" y="2926080"/>
            <a:ext cx="914400" cy="384048"/>
          </a:xfrm>
          <a:prstGeom prst="rightArrow">
            <a:avLst/>
          </a:prstGeom>
          <a:solidFill>
            <a:srgbClr val="C8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66A8"/>
                </a:solidFill>
                <a:latin typeface="PingFang S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920240"/>
            <a:ext cx="1920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A66A8"/>
                </a:solidFill>
                <a:latin typeface="PingFang SC"/>
              </a:rPr>
              <a:t>未来修正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A1A1A"/>
                </a:solidFill>
                <a:latin typeface="PingFang SC"/>
              </a:rPr>
              <a:t>96–720 维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整段加同一个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常数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920240"/>
            <a:ext cx="1947672" cy="201168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A66A8"/>
                </a:solidFill>
                <a:latin typeface="PingFang SC"/>
              </a:rPr>
              <a:t>与主干融合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A1A1A"/>
                </a:solidFill>
                <a:latin typeface="PingFang SC"/>
              </a:rPr>
              <a:t>gate ≈ 0.21–0.51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相位主干管波形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PingFang SC"/>
              </a:rPr>
              <a:t>支路管水平校正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24528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2E7D52"/>
                </a:solidFill>
                <a:latin typeface="PingFang SC"/>
              </a:rPr>
              <a:t>读什么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最近一小段窗口的加权水平，近似一个短窗指数加权平均。三个随机种子给出同一个方向。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5" y="4224528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2E7D52"/>
                </a:solidFill>
                <a:latin typeface="PingFang SC"/>
              </a:rPr>
              <a:t>写什么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整段未来加同一个常数，也就是整体平移。方向与「常数」模板相似度 0.90–0.99。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4224528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3A66A8"/>
                </a:solidFill>
                <a:latin typeface="PingFang SC"/>
              </a:rPr>
              <a:t>占多大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这一件事 1–2 个维度就能完成。主模式承载的修正能量，在多数场景占 60%–80%，长周期场景降到约 20%。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99999"/>
                </a:solidFill>
                <a:latin typeface="PingFang SC"/>
              </a:rPr>
              <a:t>残差支路低秩压缩 · 读写成分分析 · 2026-09-17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PingFang SC"/>
              </a:rPr>
              <a:t>三条独立证据：方向对得上，而且删掉就变差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PingFang SC"/>
              </a:rPr>
              <a:t>先看方向是否对得上（相关性证据），再用干预确认它是否真的被依赖（因果证据）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960120" cy="41148"/>
          </a:xfrm>
          <a:prstGeom prst="rect">
            <a:avLst/>
          </a:prstGeom>
          <a:solidFill>
            <a:srgbClr val="3A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11091672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17904"/>
            <a:ext cx="68580" cy="1316736"/>
          </a:xfrm>
          <a:prstGeom prst="roundRect">
            <a:avLst>
              <a:gd name="adj" fmla="val 50000"/>
            </a:avLst>
          </a:prstGeom>
          <a:solidFill>
            <a:srgbClr val="3A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55063"/>
            <a:ext cx="233172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A66A8"/>
                </a:solidFill>
                <a:latin typeface="PingFang SC"/>
              </a:rPr>
              <a:t>证据一 · 读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99999"/>
                </a:solidFill>
                <a:latin typeface="PingFang SC"/>
              </a:rPr>
              <a:t>方向证据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655063"/>
            <a:ext cx="8092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PingFang SC"/>
              </a:rPr>
              <a:t>输入方向确实指向「近期水平」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与近期加权水平模板的相似度 0.67–0.81；与远期、周期类模板明显更低。输入侧字典解释率 0.57–0.74。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99232"/>
            <a:ext cx="11091672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68580" cy="1316736"/>
          </a:xfrm>
          <a:prstGeom prst="roundRect">
            <a:avLst>
              <a:gd name="adj" fmla="val 50000"/>
            </a:avLst>
          </a:prstGeom>
          <a:solidFill>
            <a:srgbClr val="3A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136392"/>
            <a:ext cx="233172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A66A8"/>
                </a:solidFill>
                <a:latin typeface="PingFang SC"/>
              </a:rPr>
              <a:t>证据二 · 写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99999"/>
                </a:solidFill>
                <a:latin typeface="PingFang SC"/>
              </a:rPr>
              <a:t>方向证据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136392"/>
            <a:ext cx="8092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PingFang SC"/>
              </a:rPr>
              <a:t>输出方向确实写成「整体平移」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与「常数」模板相似度 0.90–0.99，输出侧字典解释率 0.92–0.97，跨种子方向一致性 0.98–0.998。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91672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68580" cy="1316736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17720"/>
            <a:ext cx="233172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7D52"/>
                </a:solidFill>
                <a:latin typeface="PingFang SC"/>
              </a:rPr>
              <a:t>证据三 · 干预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99999"/>
                </a:solidFill>
                <a:latin typeface="PingFang SC"/>
              </a:rPr>
              <a:t>因果证据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4617720"/>
            <a:ext cx="8092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PingFang SC"/>
              </a:rPr>
              <a:t>删掉它会变差，只留它几乎不损失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只保留该子空间：融合误差变化不超过 0.0006（即修正几乎完全复现）。删掉该子空间：融合误差相对上升 4.3%–16.0%，且 72/72 个实验单元都超出同维随机删除的 95% 区间。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25312"/>
            <a:ext cx="11091672" cy="420624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PingFang SC"/>
              </a:rPr>
              <a:t>为什么这三条要一起看：</a:t>
            </a:r>
            <a:r>
              <a:rPr sz="1100" b="0">
                <a:solidFill>
                  <a:srgbClr val="5A5A5A"/>
                </a:solidFill>
                <a:latin typeface="PingFang SC"/>
              </a:rPr>
              <a:t>方向对得上只能说明「长得像」，不能说明模型真的在用；只有删掉/只留的干预才能证明它被依赖。前两条与前人观察一致，第三条是本轮新增的因果证据。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99999"/>
                </a:solidFill>
                <a:latin typeface="PingFang SC"/>
              </a:rPr>
              <a:t>残差支路低秩压缩 · 读写成分分析 · 2026-09-17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PingFang SC"/>
              </a:rPr>
              <a:t>哪些还不能说，以及一个更重要的发现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PingFang SC"/>
              </a:rPr>
              <a:t>三条边界决定了对内可以怎么讲；最后一条改变了我们对这条支路定位的理解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960120" cy="41148"/>
          </a:xfrm>
          <a:prstGeom prst="rect">
            <a:avLst/>
          </a:prstGeom>
          <a:solidFill>
            <a:srgbClr val="3A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09167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8580" cy="1060704"/>
          </a:xfrm>
          <a:prstGeom prst="roundRect">
            <a:avLst>
              <a:gd name="adj" fmla="val 50000"/>
            </a:avLst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B56A14"/>
                </a:solidFill>
                <a:latin typeface="PingFang SC"/>
              </a:rPr>
              <a:t>边界一 · 是条件性机制，不是普适规律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PingFang SC"/>
              </a:rPr>
              <a:t>6 个数据集里 4 个匹配「近期水平 → 整体位移」（ETTh2-720/96、ETTm2-192/96），两个 Weather 是反例——它们的首位模式指向曲率/慢趋势，且 H1 在 Weather-192 上完全不成立。因此只能写成数据集条件性的机制。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88336"/>
            <a:ext cx="68580" cy="1060704"/>
          </a:xfrm>
          <a:prstGeom prst="roundRect">
            <a:avLst>
              <a:gd name="adj" fmla="val 50000"/>
            </a:avLst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B56A14"/>
                </a:solidFill>
                <a:latin typeface="PingFang SC"/>
              </a:rPr>
              <a:t>边界二 · 只有「主模式」说得清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PingFang SC"/>
              </a:rPr>
              <a:t>第 2 个及以后的模式输入解释率从 0.8 以上掉到 0.2–0.7，且跨种子不稳定，无法给出唯一命名。这就是计划里预留的「多组等价信息通路」情形。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95344"/>
            <a:ext cx="1109167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895344"/>
            <a:ext cx="68580" cy="1060704"/>
          </a:xfrm>
          <a:prstGeom prst="roundRect">
            <a:avLst>
              <a:gd name="adj" fmla="val 50000"/>
            </a:avLst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14215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B56A14"/>
                </a:solidFill>
                <a:latin typeface="PingFang SC"/>
              </a:rPr>
              <a:t>边界三 · 还分不清「语义有效」还是「方向数量有效」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PingFang SC"/>
              </a:rPr>
              <a:t>在维度对齐的 57 个单元上，「删除语义方向」与「删除同数量的主成分方向」的融合误差变化逐单元完全相同（差值恰为 0）；另 15 个单元两者维度不同。本轮没有随机子空间对照，所以不能排除「任意同数量的主要方向同样有效」。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C8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28016" bIns="12801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A66A8"/>
                </a:solidFill>
                <a:latin typeface="PingFang SC"/>
              </a:rPr>
              <a:t>更重要的发现：</a:t>
            </a:r>
            <a:r>
              <a:rPr sz="1350" b="1">
                <a:solidFill>
                  <a:srgbClr val="1A1A1A"/>
                </a:solidFill>
                <a:latin typeface="PingFang SC"/>
              </a:rPr>
              <a:t>这条支路不是独立预测器，它只在融合里产生价值。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PingFang SC"/>
              </a:rPr>
              <a:t>删掉它承载的信息后，支路自身的误差反而在 52/72 个单元上变小，但融合后的最终误差 72/72 全部变大（中位 +30.4%）。也就是说：它单独看甚至不如「不修正」，但与相位主干组合后是净增益。这解释了为什么大幅压缩参数仍能保留价值，也说明评估这条支路必须看融合结果，不能看支路自己的指标。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99999"/>
                </a:solidFill>
                <a:latin typeface="PingFang SC"/>
              </a:rPr>
              <a:t>残差支路低秩压缩 · 读写成分分析 · 2026-09-17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