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理论可用价值保留</c:v>
                </c:pt>
              </c:strCache>
            </c:strRef>
          </c:tx>
          <c:spPr>
            <a:solidFill>
              <a:srgbClr val="3A66A8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A1A1A"/>
                    </a:solidFill>
                    <a:latin typeface="Times New Roman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压缩至 3.5% 参数</c:v>
                  </c:pt>
                  <c:pt idx="1">
                    <c:v>压缩至 6.1% 参数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92.4</c:v>
                </c:pt>
                <c:pt idx="1">
                  <c:v>101.9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400" u="none">
                  <a:solidFill>
                    <a:srgbClr val="1A1A1A"/>
                  </a:solidFill>
                  <a:latin typeface="Times New Roman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33333"/>
                </a:solidFill>
                <a:latin typeface="PingFang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7777"/>
                </a:solidFill>
                <a:latin typeface="Times New Roman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参数量相近的原始坐标对照</c:v>
                </c:pt>
              </c:strCache>
            </c:strRef>
          </c:tx>
          <c:spPr>
            <a:solidFill>
              <a:srgbClr val="3A66A8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A1A1A"/>
                    </a:solidFill>
                    <a:latin typeface="Times New Roman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五种结构化路线中 最好情形</c:v>
                  </c:pt>
                  <c:pt idx="1">
                    <c:v>最差情形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0.3</c:v>
                </c:pt>
                <c:pt idx="1">
                  <c:v>0.3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五种结构化低秩路线</c:v>
                </c:pt>
              </c:strCache>
            </c:strRef>
          </c:tx>
          <c:spPr>
            <a:solidFill>
              <a:srgbClr val="C04040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A1A1A"/>
                    </a:solidFill>
                    <a:latin typeface="Times New Roman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五种结构化路线中 最好情形</c:v>
                  </c:pt>
                  <c:pt idx="1">
                    <c:v>最差情形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1.6</c:v>
                </c:pt>
                <c:pt idx="1">
                  <c:v>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1A1A1A"/>
                  </a:solidFill>
                  <a:latin typeface="Times New Roman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PingFang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.5"/>
          <c:min val="0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7777"/>
                </a:solidFill>
                <a:latin typeface="Times New Roman"/>
              </a:defRPr>
            </a:pPr>
            <a:endParaRPr lang="en-US"/>
          </a:p>
        </c:txPr>
        <c:crossAx val="2094734554"/>
        <c:crosses val="autoZero"/>
        <c:crossBetween val="between"/>
        <c:majorUnit val="0.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333333"/>
              </a:solidFill>
              <a:latin typeface="PingFang SC"/>
              <a:cs typeface="PingFang S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开场：本阶段把「残差支路是否应该做低秩压缩」这个问题彻底问清楚了。没有拿到可推广的精度提升，但完成了一次有价值的路线收敛。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四个判断依次讲：机制（一到二维）、压缩定位（效率而非精度）、两条该停的路线、唯一保留的正向场景。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这页是请领导拍板的七项决策：两项停止（红）、四项保留/推进（蓝）、一项不写入默认配置。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六步是严格的控制变量链：容量→压缩强度→训练配置→随机性→输入信息→表示方式。前四步收敛出主结论，后两步按预设停止条件关闭路线。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左上是支路的低维瓶颈示意；左下是双路径融合（融合权重 0.207–0.507，说明支路误差只有 4%–26% 进入最终指标——这同时解释了「压缩无害」和「压缩难有通用收益」）。右侧五个数字是机制证据。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这页回答「为什么压缩可以很便宜」：支路真正使用的信息只有一到二维，大量参数对应低价值方向。闭式解 + 权重对照保证理论分析可信。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唯一跨种子复现的正向结果。如果领导问「为什么只有这个场景」：现有证据表明 ETTh2-720 的长预测任务更容易从适度容量约束中受益，但尚无证据外推到其他数据集。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全场景汇总图。ETTh2-720 的 q=1/4 和 q=1/8 均值线明显低于 Direct，且误差带不与 Direct 重叠，是唯一可见的跨种子稳定改善。其余场景均值接近 Direct 或略有退化。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平滑实验回答「是不是噪声太多」，结构化实验回答「是不是表达方式不对」——两个常见质疑都经过直接实验，均未获支持。右图：蓝=参数量相近的原始坐标对照，红=五种结构化路线。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优先级排序：先固化结论（低成本高价值），再启动唯一被数据支持的新方向——显式低维增量分支（高亮行）。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收尾：重申一句话结论和下一步，最后过一遍口径边界，防止对外表述越界。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74552" cy="594360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05840" y="1554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A66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PhaseFormer</a:t>
            </a:r>
            <a:pPr indent="0" marL="0">
              <a:buNone/>
            </a:pPr>
            <a:r>
              <a:rPr lang="en-US" sz="1600" dirty="0">
                <a:solidFill>
                  <a:srgbClr val="3A66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项目阶段汇报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2057400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残差支路低秩压缩：阶段结论与下一步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2971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A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汇报周期：2026 年 9 月 10 日 – 9 月 15 日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37033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407 次有效训练</a:t>
            </a:r>
            <a:pPr indent="0" marL="0">
              <a:buNone/>
            </a:pPr>
            <a:r>
              <a:rPr lang="en-US" sz="2000" dirty="0">
                <a:solidFill>
                  <a:srgbClr val="5A5A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·  </a:t>
            </a:r>
            <a:pPr indent="0" marL="0">
              <a:buNone/>
            </a:pPr>
            <a:r>
              <a:rPr lang="en-US" sz="2000" b="1" dirty="0">
                <a:solidFill>
                  <a:srgbClr val="3A66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一次有价值的路线收敛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5806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基于 407 次有效训练、已有权重分析与实验审计整理；本次仅重组汇报逻辑，未新增训练。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一、先说结论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本阶段没有得到可推广到所有场景的精度提升，但</a:t>
            </a:r>
            <a:pPr indent="0" marL="0">
              <a:buNone/>
            </a:pPr>
            <a:r>
              <a:rPr lang="en-US" sz="1600" b="1" dirty="0">
                <a:solidFill>
                  <a:srgbClr val="3A66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完成了一次有价值的路线收敛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2240280"/>
          </a:xfrm>
          <a:prstGeom prst="roundRect">
            <a:avLst>
              <a:gd name="adj" fmla="val 2041"/>
            </a:avLst>
          </a:prstGeom>
          <a:solidFill>
            <a:srgbClr val="F4F5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49808" y="1764792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66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83080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支路真正有效的信息只有约一到二维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532888"/>
            <a:ext cx="4389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它主要读取最近一段时间的水平，并把整段未来预测做整体平移。权重矩阵看起来高维，不等于预测能力高维。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600200"/>
            <a:ext cx="5440680" cy="2240280"/>
          </a:xfrm>
          <a:prstGeom prst="roundRect">
            <a:avLst>
              <a:gd name="adj" fmla="val 2041"/>
            </a:avLst>
          </a:prstGeom>
          <a:solidFill>
            <a:srgbClr val="F4F5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64808" y="1764792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66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7040880" y="1783080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低秩压缩适合做效率优化，不适合包装成通用精度优化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7040880" y="2532888"/>
            <a:ext cx="4389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支路参数量可减少约 95%，同时保留至少 92% 的可用价值；但跨场景、跨随机种子没有稳定精度提升。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5440680" cy="2240280"/>
          </a:xfrm>
          <a:prstGeom prst="roundRect">
            <a:avLst>
              <a:gd name="adj" fmla="val 2041"/>
            </a:avLst>
          </a:prstGeom>
          <a:solidFill>
            <a:srgbClr val="F4F5F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4279392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66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297680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继续做输入平滑或更换低秩坐标系，收益很低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5047488"/>
            <a:ext cx="4389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两类平滑共 14 组配置全部没有改善；五种结构化低秩路线在 4 个试点场景上全部双指标退化。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3640" y="4114800"/>
            <a:ext cx="5440680" cy="2240280"/>
          </a:xfrm>
          <a:prstGeom prst="roundRect">
            <a:avLst>
              <a:gd name="adj" fmla="val 2041"/>
            </a:avLst>
          </a:prstGeom>
          <a:solidFill>
            <a:srgbClr val="F4F5F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64808" y="4279392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66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7040880" y="4297680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ETTh2-720 是唯一稳定出现正向结果的场景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7040880" y="5047488"/>
            <a:ext cx="4389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中等压缩（1/4、1/8）在 3 个随机种子下均同时改善 MSE 与 MAE；1/8 平均改善约 1.05% MSE、0.43% MAE。目前只能作为单场景发现。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PhaseFormer 阶段汇报 · 2026-09-10 至 09-15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二、建议领导直接做出的决策</a:t>
            </a:r>
            <a:endParaRPr lang="en-US" sz="27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1109167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834640"/>
                <a:gridCol w="5239512"/>
              </a:tblGrid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决策项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建议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原因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EE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低秩压缩写入默认模型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不写入默认精度配置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参数更少，但没有通用精度收益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保留低秩实现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66A8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保留为轻量化选项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参数量可降约 95%，精度通常基本不变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输入平滑路线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C0404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停止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两种方法、14 组配置无一改善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结构化低秩路线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C0404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停止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五条路线在 4 个试点场景全部双指标退化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ETTh2-720 结果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66A8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保留并继续确认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3 个随机种子方向一致，是唯一可复现的精度提升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下一条模型路线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66A8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显式低维增量分支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当前唯一被数据直接支持的结构方向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论文材料整理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66A8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可以立即开始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机制结论、负结果和边界已经比较完整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注：第 5 项（ETTh2-720）属条件性证据——重点设置的选择经历过测试集筛选，不能表述为盲测结果。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PhaseFormer 阶段汇报 · 2026-09-10 至 09-15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三、我们是如何一步步得到结论的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5A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每一步只改变一个主要因素；出现疑问即增设对照，不把多个变化混在一起解释。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38728" cy="2212848"/>
          </a:xfrm>
          <a:prstGeom prst="roundRect">
            <a:avLst>
              <a:gd name="adj" fmla="val 2066"/>
            </a:avLst>
          </a:prstGeom>
          <a:solidFill>
            <a:srgbClr val="F4F5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609344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① 容量分析（不重新训练）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11680"/>
            <a:ext cx="31729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直接计算不同维度下理论最优线性映射，并与 500 多个已有训练权重对照。一个方向已贡献支路价值的 66–86%；2–4 个方向即达 90%。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255264"/>
            <a:ext cx="3172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结论：</a:t>
            </a:r>
            <a:pPr indent="0" marL="0">
              <a:buNone/>
            </a:pPr>
            <a:r>
              <a:rPr lang="en-US" sz="1250" b="1" dirty="0">
                <a:solidFill>
                  <a:srgbClr val="3A66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支路近乎一维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11396" y="1481328"/>
            <a:ext cx="3538728" cy="2212848"/>
          </a:xfrm>
          <a:prstGeom prst="roundRect">
            <a:avLst>
              <a:gd name="adj" fmla="val 2066"/>
            </a:avLst>
          </a:prstGeom>
          <a:solidFill>
            <a:srgbClr val="F4F5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494276" y="1609344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② 只改压缩强度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494276" y="2011680"/>
            <a:ext cx="31729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相同数据、轮数、损失、随机种子与主干，只改支路中间维度。10 个完整设置：4 个变差、2 个变好、4 个基本持平。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494276" y="3255264"/>
            <a:ext cx="3172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结论：</a:t>
            </a:r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无一致改善方向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74152" y="1481328"/>
            <a:ext cx="3538728" cy="2212848"/>
          </a:xfrm>
          <a:prstGeom prst="roundRect">
            <a:avLst>
              <a:gd name="adj" fmla="val 2066"/>
            </a:avLst>
          </a:prstGeom>
          <a:solidFill>
            <a:srgbClr val="F4F5F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57032" y="1609344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③ 核对训练配置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257032" y="2011680"/>
            <a:ext cx="31729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 7 个重点场景核对 4 组训练配置。5/7 场景最终选了不同配置，但同场景配置间差距均不超过约 0.9%，与种子波动同量级。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8257032" y="3255264"/>
            <a:ext cx="3172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结论：</a:t>
            </a:r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排除「配置没调好」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895344"/>
            <a:ext cx="3538728" cy="2212848"/>
          </a:xfrm>
          <a:prstGeom prst="roundRect">
            <a:avLst>
              <a:gd name="adj" fmla="val 2066"/>
            </a:avLst>
          </a:prstGeom>
          <a:solidFill>
            <a:srgbClr val="F4F5F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4023360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④ 三随机种子复现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4425696"/>
            <a:ext cx="31729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固定其余条件，种子扩展为 2021 / 2022 / 2023，105/105 实验单元通过完整审计。单种子阶段的 3 项优势中 2 项未复现。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5669280"/>
            <a:ext cx="3172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结论：</a:t>
            </a:r>
            <a:pPr indent="0" marL="0">
              <a:buNone/>
            </a:pPr>
            <a:r>
              <a:rPr lang="en-US" sz="1250" b="1" dirty="0">
                <a:solidFill>
                  <a:srgbClr val="3A66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仅 ETTh2-720 复现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11396" y="3895344"/>
            <a:ext cx="3538728" cy="2212848"/>
          </a:xfrm>
          <a:prstGeom prst="roundRect">
            <a:avLst>
              <a:gd name="adj" fmla="val 2066"/>
            </a:avLst>
          </a:prstGeom>
          <a:solidFill>
            <a:srgbClr val="F4F5F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494276" y="4023360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⑤ 只改输入信息（平滑）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494276" y="4425696"/>
            <a:ext cx="31729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两种平滑方式 × 5 档强度共 14 组配置：滑动平均式 2/7 场景检出效应、指数衰减式 3/7，方向全部为变差；最好的配置是不平滑。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494276" y="5669280"/>
            <a:ext cx="3172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结论：</a:t>
            </a:r>
            <a:pPr indent="0" marL="0">
              <a:buNone/>
            </a:pPr>
            <a:r>
              <a:rPr lang="en-US" sz="1250" b="1" dirty="0">
                <a:solidFill>
                  <a:srgbClr val="C0404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停止该路线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074152" y="3895344"/>
            <a:ext cx="3538728" cy="2212848"/>
          </a:xfrm>
          <a:prstGeom prst="roundRect">
            <a:avLst>
              <a:gd name="adj" fmla="val 2066"/>
            </a:avLst>
          </a:prstGeom>
          <a:solidFill>
            <a:srgbClr val="F4F5F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257032" y="4023360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⑥ 只改坐标系（结构化）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8257032" y="4425696"/>
            <a:ext cx="31729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五种结构化表达，配参数量相近的原始时间点坐标对照。五条路线在 4 个试点场景全部双指标退化，平均退化 1.6%–3.0%。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8257032" y="5669280"/>
            <a:ext cx="3172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结论：</a:t>
            </a:r>
            <a:pPr indent="0" marL="0">
              <a:buNone/>
            </a:pPr>
            <a:r>
              <a:rPr lang="en-US" sz="1250" b="1" dirty="0">
                <a:solidFill>
                  <a:srgbClr val="C0404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停止该路线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PhaseFormer 阶段汇报 · 2026-09-10 至 09-15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四、机制结论：残差支路到底在做什么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60020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720 维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历史变化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514600" y="1371600"/>
            <a:ext cx="160020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22225">
            <a:solidFill>
              <a:srgbClr val="3A66A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514600" y="137160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3A66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 ≈ 1–2 维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3A66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状态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480560" y="1371600"/>
            <a:ext cx="160020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80560" y="137160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 维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未来整体位移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176272" y="1783080"/>
            <a:ext cx="310896" cy="0"/>
          </a:xfrm>
          <a:prstGeom prst="line">
            <a:avLst/>
          </a:prstGeom>
          <a:noFill/>
          <a:ln w="19050">
            <a:solidFill>
              <a:srgbClr val="5A5A5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142232" y="1783080"/>
            <a:ext cx="310896" cy="0"/>
          </a:xfrm>
          <a:prstGeom prst="line">
            <a:avLst/>
          </a:prstGeom>
          <a:noFill/>
          <a:ln w="19050">
            <a:solidFill>
              <a:srgbClr val="5A5A5A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548640" y="237744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输入：最近 24–168 步的水平信息　→　输出：整段未来 + 同一常数（相似度 0.89–0.99）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017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与主干融合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429000"/>
            <a:ext cx="2606040" cy="685800"/>
          </a:xfrm>
          <a:prstGeom prst="roundRect">
            <a:avLst>
              <a:gd name="adj" fmla="val 6667"/>
            </a:avLst>
          </a:prstGeom>
          <a:solidFill>
            <a:srgbClr val="F4F5F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42900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相位主干：周期结构与主要波形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251960"/>
            <a:ext cx="2606040" cy="685800"/>
          </a:xfrm>
          <a:prstGeom prst="roundRect">
            <a:avLst>
              <a:gd name="adj" fmla="val 6667"/>
            </a:avLst>
          </a:prstGeom>
          <a:solidFill>
            <a:srgbClr val="EAF0F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425196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66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残差支路：近期水平 → 整体位移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0" y="3776472"/>
            <a:ext cx="457200" cy="-173736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200400" y="4590288"/>
            <a:ext cx="457200" cy="173736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703320" y="3840480"/>
            <a:ext cx="237744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703320" y="38404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可学习权重加权融合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09360" y="1371600"/>
            <a:ext cx="5330952" cy="1234440"/>
          </a:xfrm>
          <a:prstGeom prst="roundRect">
            <a:avLst>
              <a:gd name="adj" fmla="val 5185"/>
            </a:avLst>
          </a:prstGeom>
          <a:solidFill>
            <a:srgbClr val="EEF3FB"/>
          </a:solidFill>
          <a:ln w="9525">
            <a:solidFill>
              <a:srgbClr val="C8D8E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37960" y="1463040"/>
            <a:ext cx="4873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66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任务本身很简单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537960" y="1792224"/>
            <a:ext cx="48737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这条支路只做一件事：读取最近的水平变化，估算整段未来应该整体平移多少。这一件事，1–2 个维度就能完成 66%–86% 的工作。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09360" y="2788920"/>
            <a:ext cx="5330952" cy="1234440"/>
          </a:xfrm>
          <a:prstGeom prst="roundRect">
            <a:avLst>
              <a:gd name="adj" fmla="val 5185"/>
            </a:avLst>
          </a:prstGeom>
          <a:solidFill>
            <a:srgbClr val="EEF3FB"/>
          </a:solidFill>
          <a:ln w="9525">
            <a:solidFill>
              <a:srgbClr val="C8D8E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37960" y="2880360"/>
            <a:ext cx="4873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66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所以参数可以大幅减少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6537960" y="3209544"/>
            <a:ext cx="48737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把支路参数压缩到原来的 3.5%–6.1%（即减少约 95%），预测能力仍能保留 92% 以上——多余的参数本来就在做无效工作。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309360" y="4206240"/>
            <a:ext cx="5330952" cy="1234440"/>
          </a:xfrm>
          <a:prstGeom prst="roundRect">
            <a:avLst>
              <a:gd name="adj" fmla="val 5185"/>
            </a:avLst>
          </a:prstGeom>
          <a:solidFill>
            <a:srgbClr val="EEF3FB"/>
          </a:solidFill>
          <a:ln w="9525">
            <a:solidFill>
              <a:srgbClr val="C8D8E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537960" y="4297680"/>
            <a:ext cx="4873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66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支路的误差影响天然有限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6537960" y="4626864"/>
            <a:ext cx="48737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最终预测是主干与支路按比例叠加，支路占比约 21%–51%。因此即使支路有偏差，最多只有 4%–26% 反映到最终预测结果。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5760720"/>
            <a:ext cx="11091672" cy="566928"/>
          </a:xfrm>
          <a:prstGeom prst="roundRect">
            <a:avLst>
              <a:gd name="adj" fmla="val 8065"/>
            </a:avLst>
          </a:prstGeom>
          <a:solidFill>
            <a:srgbClr val="F4F5F7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77240" y="576072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残差支路不是在独立重建未来波形，而是在做「近期水平 → 未来整体位移」的校正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——这解释了为什么大幅压缩参数仍能保留大部分价值。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PhaseFormer 阶段汇报 · 2026-09-10 至 09-15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五、证据一：压缩的工程价值成立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A66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3.5%–6.1%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12848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压缩后支路参数量占原参数量的比例（参数减少约 95%）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1752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A66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92.4%–101.9%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858768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对应的理论可用价值保留比例（至少 92%）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75488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容量分析有闭式最优解，不依赖训练是否收敛；关键恒等式在 26 个实验单元上的最大数值偏差为 4.7×10⁻⁹，并与 500 多个训练权重相互印证。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029200" y="123444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理论可用价值保留（%）</a:t>
            </a:r>
            <a:endParaRPr lang="en-US" sz="14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029200" y="1645920"/>
          <a:ext cx="658368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5029200" y="557784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结论：低秩压缩在工程上成立——参数与显存显著下降，精度通常基本不变；适合作为轻量化选项，而非通用精度优化。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PhaseFormer 阶段汇报 · 2026-09-10 至 09-15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六、证据二：ETTh2-720 是唯一稳定复现的正向结果</a:t>
            </a:r>
            <a:endParaRPr lang="en-US" sz="2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50292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65760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压缩档位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三个随机种子下的结果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E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不压缩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基准版本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1/4 压缩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66A8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3/3 种子均同时改善 MSE 与 MAE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1/8 压缩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66A8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3/3 种子均同时改善 MSE 与 MAE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1/16 压缩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5A5A5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未复现稳定改善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1/32 压缩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5A5A5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未复现稳定改善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5720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固定数据、训练协议与主干，仅改变随机种子（2021 / 2022 / 2023）；105/105 实验单元通过数据集、预测长度、种子、结构与指标的完整审计。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035040" y="141732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ETTh2-720：三随机种子测试误差随压缩档位的变化（均值 ± 1 标准差）</a:t>
            </a:r>
            <a:endParaRPr lang="en-US" sz="1300" dirty="0"/>
          </a:p>
        </p:txBody>
      </p:sp>
      <p:pic>
        <p:nvPicPr>
          <p:cNvPr id="6" name="Image 0" descr="/Users/yimingniu/Code/PhaseFormer/research_runs/rank_sweep_2_multiseed_stage1_20260914_summary/figures/three_seed_ETTh2_h7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828800"/>
            <a:ext cx="5577840" cy="211226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5623560"/>
            <a:ext cx="11091672" cy="713232"/>
          </a:xfrm>
          <a:prstGeom prst="roundRect">
            <a:avLst>
              <a:gd name="adj" fmla="val 6410"/>
            </a:avLst>
          </a:prstGeom>
          <a:solidFill>
            <a:srgbClr val="F4F5F7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777240" y="5623560"/>
            <a:ext cx="10698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C0404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口径边界：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这是单场景、三随机种子复现的发现；重点设置的选择经历过测试集筛选，属条件性证据，不能表述为盲测或无偏泛化结果。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PhaseFormer 阶段汇报 · 2026-09-10 至 09-15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附：全场景压缩档位 vs 测试误差（7 设置 × 3 随机种子）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141732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测试 MSE（均值 ± 1 标准差）</a:t>
            </a:r>
            <a:endParaRPr lang="en-US" sz="1200" dirty="0"/>
          </a:p>
        </p:txBody>
      </p:sp>
      <p:pic>
        <p:nvPicPr>
          <p:cNvPr id="4" name="Image 0" descr="/Users/yimingniu/Code/PhaseFormer/research_runs/rank_sweep_2_multiseed_stage1_20260914_summary/figures/three_seed_MSE_by_setting_horizon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783080"/>
            <a:ext cx="5623560" cy="245973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245352" y="141732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测试 MAE（均值 ± 1 标准差）</a:t>
            </a:r>
            <a:endParaRPr lang="en-US" sz="1200" dirty="0"/>
          </a:p>
        </p:txBody>
      </p:sp>
      <p:pic>
        <p:nvPicPr>
          <p:cNvPr id="6" name="Image 1" descr="/Users/yimingniu/Code/PhaseFormer/research_runs/rank_sweep_2_multiseed_stage1_20260914_summary/figures/three_seed_MAE_by_setting_horizont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783080"/>
            <a:ext cx="5623560" cy="245973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320040" y="4434840"/>
            <a:ext cx="11548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5A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蓝线 = 3 种子均值；蓝色半透明带 = ±1 标准差；红色虚线 = Golden Baseline；散点 = 各种子结果。压缩档位：Direct（不压缩）/ q=1/4 / q=1/8 / q=1/16 / q=1/32。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PhaseFormer 阶段汇报 · 2026-09-10 至 09-15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7b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七、证据三：两条低收益路线已按停止条件关闭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输入平滑：</a:t>
            </a:r>
            <a:pPr indent="0" marL="0">
              <a:buNone/>
            </a:pPr>
            <a:r>
              <a:rPr lang="en-US" sz="1700" b="1" dirty="0">
                <a:solidFill>
                  <a:srgbClr val="C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 / 14</a:t>
            </a:r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组配置带来改善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滑动平均式平滑：2/7 个场景检出明显效应，方向都是变差；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指数衰减式平滑：3/7 个场景出现信号，方向仍然都是变差；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两种方法共 14 组配置，没有一组带来改善；最好的配置通常是不平滑。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42900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A5A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支路虽然主要做水平校正，但仍依赖输入中的细节——直接删除信息会损害预测。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2976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结构化低秩：</a:t>
            </a:r>
            <a:pPr indent="0" marL="0">
              <a:buNone/>
            </a:pPr>
            <a:r>
              <a:rPr lang="en-US" sz="1700" b="1" dirty="0">
                <a:solidFill>
                  <a:srgbClr val="C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 / 5</a:t>
            </a:r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条路线全部双指标退化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75488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按周期分段、共享基向量、水平/形状分离、只读最近周期、周期/相位分离——五种新表达全部输给参数量相近的原始时间点坐标对照；将周期方向维度从 4 提高到 8 后仍无改善，排除「压缩过强」的解释。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760720" y="13258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平均 MSE 退化（%）—— 越低越好</a:t>
            </a:r>
            <a:endParaRPr lang="en-US" sz="14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760720" y="1737360"/>
          <a:ext cx="58521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5760720" y="54864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问题不在参数量，也不在压缩强度——更换坐标系没有增加新的有效信息。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5943600"/>
            <a:ext cx="11091672" cy="457200"/>
          </a:xfrm>
          <a:prstGeom prst="roundRect">
            <a:avLst>
              <a:gd name="adj" fmla="val 10000"/>
            </a:avLst>
          </a:prstGeom>
          <a:solidFill>
            <a:srgbClr val="F4F5F7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77240" y="59436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两条路线按预先设定的停止条件终止，后续轮次与效率扩展不再执行，预计节省约 60 次训练。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PhaseFormer 阶段汇报 · 2026-09-10 至 09-15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八、下一步建议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1672" cy="932688"/>
          </a:xfrm>
          <a:prstGeom prst="roundRect">
            <a:avLst>
              <a:gd name="adj" fmla="val 4902"/>
            </a:avLst>
          </a:prstGeom>
          <a:solidFill>
            <a:srgbClr val="F4F5F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45389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66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最高 · 成本低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70992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立即整理机制结论与论文材料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75688"/>
            <a:ext cx="10607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现有证据已足够支持「有效低维、容量中性、近期水平位移、权重谱 ≠ 预测维数」这组机制结论；先完成文字、表格和图示，避免继续训练后主线再次发散。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386584"/>
            <a:ext cx="11091672" cy="932688"/>
          </a:xfrm>
          <a:prstGeom prst="roundRect">
            <a:avLst>
              <a:gd name="adj" fmla="val 4902"/>
            </a:avLst>
          </a:prstGeom>
          <a:solidFill>
            <a:srgbClr val="F4F5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514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66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 · 成本低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77063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补算尚未落地的一张诊断聚合表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136392"/>
            <a:ext cx="10607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一条诊断线因早期汇总口径问题尚未形成正式聚合表；代码问题已修复，补齐结果即可关闭文档中的悬空项。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447288"/>
            <a:ext cx="11091672" cy="932688"/>
          </a:xfrm>
          <a:prstGeom prst="roundRect">
            <a:avLst>
              <a:gd name="adj" fmla="val 4902"/>
            </a:avLst>
          </a:prstGeom>
          <a:solidFill>
            <a:srgbClr val="F4F5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357530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404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明确停止 · 成本 0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3831336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维持关闭结构化低秩路线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197096"/>
            <a:ext cx="10607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五条路线、4 个场景、参数量对照和加大维度诊断均不支持继续投入；除非出现新的数据证据，不建议恢复。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507992"/>
            <a:ext cx="11091672" cy="1170432"/>
          </a:xfrm>
          <a:prstGeom prst="roundRect">
            <a:avLst>
              <a:gd name="adj" fmla="val 3906"/>
            </a:avLst>
          </a:prstGeom>
          <a:solidFill>
            <a:srgbClr val="EAF0F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463600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66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下一条候选研究线 · 50–80 次训练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49651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评估「显式低维增量分支」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534924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不再更换坐标系，而是直接利用已确认的机制：从近期窗口估计少量水平状态，再生成受约束的未来整体增量。机制清楚、变量少、容易设置对照。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806440"/>
            <a:ext cx="11091672" cy="932688"/>
          </a:xfrm>
          <a:prstGeom prst="roundRect">
            <a:avLst>
              <a:gd name="adj" fmla="val 4902"/>
            </a:avLst>
          </a:prstGeom>
          <a:solidFill>
            <a:srgbClr val="F4F5F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593445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5A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可选 · 成本中等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619048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扩展确认 ETTh2-720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6556248"/>
            <a:ext cx="10607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增加相近长预测场景或更多随机种子；必须继续标注该方向经历过测试集选择，不能表述为独立盲测结果。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PhaseFormer 阶段汇报 · 2026-09-10 至 09-15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九、一句话收尾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本阶段用 407 次有效训练把低秩路线问清楚了：残差支路本质上只需要少量状态，</a:t>
            </a:r>
            <a:pPr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3A66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可用约 5% 的参数保留大部分价值</a:t>
            </a:r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；但压缩、平滑和更换坐标系都没有形成通用精度收益。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774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66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下一步：停止继续试错，先固化机制结论，再围绕「近期水平整体平移」设计显式低维增量机制。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3291840"/>
            <a:ext cx="11091672" cy="2651760"/>
          </a:xfrm>
          <a:prstGeom prst="roundRect">
            <a:avLst>
              <a:gd name="adj" fmla="val 1724"/>
            </a:avLst>
          </a:prstGeom>
          <a:solidFill>
            <a:srgbClr val="F4F5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3474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口径边界（对外表述时请遵守）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886200"/>
            <a:ext cx="1051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 个重点设置包含基于测试结果的候选筛选，属条件性证据，不能表述为盲测或无偏泛化结果；</a:t>
            </a:r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结构化低秩只完成 4 个试点场景，结论不能外推到未运行的场景；</a:t>
            </a:r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「压缩有效」只能指参数效率，不能写成通用精度提升；</a:t>
            </a:r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ETTh2-720 的提升只能写成单场景、三随机种子复现的发现；对外正式 benchmark 数字仍以论文原始 PhaseFormer 结果为固定参照。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1264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论文材料整理可以立即开始。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PhaseFormer 阶段汇报 · 2026-09-10 至 09-15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PhaseFormer 阶段汇报 2026-09-10 至 09-15</dc:title>
  <dc:subject>PptxGenJS Presentation</dc:subject>
  <dc:creator>PhaseFormer</dc:creator>
  <cp:lastModifiedBy>PhaseFormer</cp:lastModifiedBy>
  <cp:revision>1</cp:revision>
  <dcterms:created xsi:type="dcterms:W3CDTF">2026-09-15T13:53:23Z</dcterms:created>
  <dcterms:modified xsi:type="dcterms:W3CDTF">2026-09-15T13:53:23Z</dcterms:modified>
</cp:coreProperties>
</file>