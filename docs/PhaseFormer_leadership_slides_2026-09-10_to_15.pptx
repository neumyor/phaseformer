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这一周的核心不是调出一版更好的模型，而是把“给残差支路做低秩压缩”这条路线彻底问清楚：容量上免费、精度上无收益，并换来三条可发表的机制结论。默认配置零变更。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 3 是本周最有价值的产出，也是后续所有结构设计的依据。结论 1、2 是止损：不采纳、不写入默认配置。结论 5 的“优于金标准”是测试集事后挑选的 7 个 setting 上的条件性证据，表述时须带限定。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证据强度分层：大部分扫描是单 seed；关键结论（压缩是否可复现）做了三 seed 复核并推翻了单 seed 的两项信号——方法学上最值得肯定的一步。全部训练在 8×A800-80GB 远程环境完成。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低秩压缩：理论上限是用数学最优秩-r 映射算的容量上界，不是 SGD 可达解——“能保留”不等于“能提升”。平滑两轮是一次高性价比的止损，同时给出了压缩与平滑的机理二分。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早期把这个方向描述为“低频、局部趋势”，严格分带检验后该表述只在 5/7 setting 成立、“局部趋势”支撑很弱，已正式撤回并改写为“近端加权平均 → 恒定位移”。这是诚实修正，不影响一维性结论本身。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三个机制点合起来解释了“容量中性”与“无精度收益”为何同时成立：限制容量不是瓶颈，但释放的资源也没有转化为精度，且支路改进被融合门稀释。ETTh2-720 是“存在结构化机会”的正面证据，但不足以支撑通用机制，不建议包装成通用结论。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需要领导决策的点：①是否批准结构化低秩 Round 2/3 的训练预算（约 50–80 次训练，与已完成扫描同量级）；②论文写作是否立即启动（建议是）。风险侧最重要的是测试集选择偏差的披露口径，所有对外表述必须带“条件性证据”限定。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PHASEFORMER  ·  STAGE REPORT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残差支路低秩结构：一次问到底的机制探索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阶段汇报：2026-09-10 → 09-15    </a:t>
            </a:r>
            <a:pPr indent="0" marL="0">
              <a:buNone/>
            </a:pPr>
            <a:r>
              <a:rPr lang="en-US" sz="17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6 天 · 85 次提交 · 约 360 次训练（8×A800）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2514600" cy="160020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315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074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条可写入论文的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机制结论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4160520"/>
            <a:ext cx="2514600" cy="160020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4315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5074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条技术路线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明确止损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4160520"/>
            <a:ext cx="2514600" cy="160020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4315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5074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项结构化探索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进行中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4160520"/>
            <a:ext cx="2514600" cy="1600200"/>
          </a:xfrm>
          <a:prstGeom prst="rect">
            <a:avLst/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43159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50749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默认配置变更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（preset 零改动）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汇报对象：项目 / 技术负责人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一页结论：把一条模棱两可的路线问清楚了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563624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563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630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低秩压缩：容量上“免费”，精度上一分钱没赚到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1051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压到原参数 3.5–6.1% 仍保留 92.4–101.9% 理论收益；实测两轮扫描（含三 seed 复核）无稳定增益 → 不作为精度机制采纳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51460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41401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任何形式的输入侧平滑一致有害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76148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两种算子、14 个数据集×强度组合无一改善，方向全部是“平滑越强越差” → 路线止损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EDF2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465576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36499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残差支路的有效结构只有约 1–2 维，且语义已精确定位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712464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单一方向独占支路价值 66–86%：“近端加权平均 → 预测区间上的恒定水平位移” → 本周最有价值、最可发表的产出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22452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41655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1596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唯一可复现的正向增益是局部性的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663440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ETTh2-720 中等压缩（q=1/8）在 3/3 个随机种子下稳定优于不压缩（+1.05% MSE）→ 保留为正面证据，不足以支撑通用机制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7550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36752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526694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direct_nlinear 是本阶段唯一稳健的工程增量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614416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7/7 setting 双指标优于论文金标准（三 seed：MSE 7/7、MAE 6/7 严格更优）→ 当前对外可讲的有效增量（条件性证据）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&amp; 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本周做了什么：规模与组织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≈360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12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次独立训练已完成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2432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192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次训练进行中（Round 1）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313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105/105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26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三 seed 复核单元通过审计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38344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33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默认配置（preset）变更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77640" y="1417320"/>
          <a:ext cx="7635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60020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实验线</a:t>
                      </a:r>
                      <a:endParaRPr lang="en-US" sz="125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训练量</a:t>
                      </a:r>
                      <a:endParaRPr lang="en-US" sz="125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结果</a:t>
                      </a:r>
                      <a:endParaRPr lang="en-US" sz="125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池化低秩初筛（H96）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72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无候选双指标改善金标准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第一轮 joint 秩扫描（10 setting）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70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null result：无可检测低秩效应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第二轮条件秩扫描（配置核对 + 扫描）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28 + 49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单 seed 3/7 部分信号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三 seed 复核 + 逐 run 审计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+70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2 项单 seed 信号未复现，结论修订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输入侧平滑两轮（盒式 / 因果 EMA）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35 + 35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14 组合无一改善，均判无正向效应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机制分析 + 容量分析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0（纯 CPU / 复用权重）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容量中性；支路有效结构近一维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结构化低秩探索 Round 0 / 1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0 / 48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SimHei" pitchFamily="34" charset="0"/>
                          <a:ea typeface="SimHei" pitchFamily="34" charset="-122"/>
                          <a:cs typeface="SimHei" pitchFamily="34" charset="-120"/>
                        </a:rPr>
                        <a:t>Round 1 进行中，暂无结果</a:t>
                      </a:r>
                      <a:endParaRPr lang="en-US" sz="1200" dirty="0">
                        <a:latin typeface="SimHei" charset="0"/>
                        <a:ea typeface="SimHei" charset="0"/>
                        <a:cs typeface="SimHe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方法：每条结论先预注册判定门槛，再看结果落点；关键结论追加三 seed 复核——正是这一步推翻了两项单 seed 的“胜利”。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STOPPED ROUTES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两条被明确排除的技术路线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276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路线一：低秩压缩（时间点坐标系）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267712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1214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容量上界：数学最优秩-r 映射在 3.5–6.1% 参数量下仍保留 92.4–101.9% 可实现收益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236976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09067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实测：两轮扫描 + 三 seed 复核，无稳定精度增益；单 seed 的 3/7 信号中 2 项未复现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206240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05993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深压缩档 MAE 宏平均 −0.81%，存在隐藏代价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5257800"/>
            <a:ext cx="4709160" cy="658368"/>
          </a:xfrm>
          <a:prstGeom prst="rect">
            <a:avLst/>
          </a:prstGeom>
          <a:solidFill>
            <a:srgbClr val="FBED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525780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决策：不写入默认配置，不作为精度机制采纳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62763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路线二：输入侧平滑（时间分辨率轴）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83680" y="2267712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121408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两种算子（盒式平滑、因果 EMA）× 5 档强度 × 7 setting，共 70 次训练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3236976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309067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14 个组合方向全部“越平滑越差”，无一例改善；最优档位多为“完全关闭”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583680" y="4206240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4059936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机理：压缩限制容量、不丢输入；平滑直接删除输入信息，必然伤害细节校正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0" y="5257800"/>
            <a:ext cx="4709160" cy="658368"/>
          </a:xfrm>
          <a:prstGeom prst="rect">
            <a:avLst/>
          </a:prstGeom>
          <a:solidFill>
            <a:srgbClr val="FBEDE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5257800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决策：路线止损，不再投入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最有价值产出：支路有效结构近一维，语义已定位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70048" cy="1371600"/>
          </a:xfrm>
          <a:prstGeom prst="rect">
            <a:avLst/>
          </a:prstGeom>
          <a:solidFill>
            <a:srgbClr val="EDF2F9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66–86%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214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单一方向独占支路价值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1568" y="1371600"/>
            <a:ext cx="2670048" cy="1371600"/>
          </a:xfrm>
          <a:prstGeom prst="rect">
            <a:avLst/>
          </a:prstGeom>
          <a:solidFill>
            <a:srgbClr val="EDF2F9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1.33–2.12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21214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有效预测维数（参与比）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4496" y="1371600"/>
            <a:ext cx="2670048" cy="1371600"/>
          </a:xfrm>
          <a:prstGeom prst="rect">
            <a:avLst/>
          </a:prstGeom>
          <a:solidFill>
            <a:srgbClr val="EDF2F9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54496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2–4 维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254496" y="21214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即可覆盖 90% 收益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07424" y="1371600"/>
            <a:ext cx="2670048" cy="1371600"/>
          </a:xfrm>
          <a:prstGeom prst="rect">
            <a:avLst/>
          </a:prstGeom>
          <a:solidFill>
            <a:srgbClr val="EDF2F9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07424" y="148132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0.81–0.98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2121408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训练头与理论方向对齐（5/7）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17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该方向的语义（7 个 setting 一致）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4846320" cy="1325880"/>
          </a:xfrm>
          <a:prstGeom prst="roundRect">
            <a:avLst>
              <a:gd name="adj" fmla="val 4138"/>
            </a:avLst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584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输入侧：近端加权平均的近期水平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00507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53–70% 能量集中在最近 24 步，71–90% 在最近 168 步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703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4000" dirty="0"/>
          </a:p>
        </p:txBody>
      </p:sp>
      <p:sp>
        <p:nvSpPr>
          <p:cNvPr id="21" name="Shape 19"/>
          <p:cNvSpPr/>
          <p:nvPr/>
        </p:nvSpPr>
        <p:spPr>
          <a:xfrm>
            <a:off x="6400800" y="3429000"/>
            <a:ext cx="5212080" cy="1325880"/>
          </a:xfrm>
          <a:prstGeom prst="roundRect">
            <a:avLst>
              <a:gd name="adj" fmla="val 4138"/>
            </a:avLst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29400" y="35844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输出侧：预测区间上的恒定水平位移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005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与“整段恒定值”相似度 0.89–0.99，符号 7/7 setting 一致；模型训练后确实收敛到该方向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19379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方法论贡献：权重谱 ≠ 预测能力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5099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同一分支（ETTh2-720），覆盖 95% 能量：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035040" y="53492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权重谱需 </a:t>
            </a:r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418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 维；预测能力谱只需 </a:t>
            </a:r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 维。</a:t>
            </a:r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“看权重谱判断容量需求”是错的 —— 论文级结论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机制解释闭环：为什么“容量免费”却“精度无收益”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72184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72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173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融合门把支路误差稀释了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01368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实测 gate 取值 0.207–0.507，最终指标只“看得到”支路平方误差的 4.3–25.7% —— 支路改进天然难以反映到报告指标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99816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99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04495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存在“模型绕行受损支路”的证据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4290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Electricity-336 是唯一在深压缩时主动把 gate 关小的 setting（0.433 → 0.332，可见误差占比 −43%，秩恢复后回升）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727448"/>
            <a:ext cx="502920" cy="502920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7258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训练低秩 ≠ SVD 截断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50566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同秩 rank=10 下：SVD 截断满秩权重误差 0.2104，训练出的同秩模型 0.1629（低约 29%）—— 不能用截断预测低秩模型表现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417320"/>
            <a:ext cx="4023360" cy="2514600"/>
          </a:xfrm>
          <a:prstGeom prst="roundRect">
            <a:avLst>
              <a:gd name="adj" fmla="val 2909"/>
            </a:avLst>
          </a:prstGeom>
          <a:solidFill>
            <a:srgbClr val="EDF2F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16276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局部正面发现（唯一可复现）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05740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ETTh2-720 中等压缩 q=1/8：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+1.05% MSE / +0.43% MAE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3/3 随机种子稳定优于不压缩（q=1/4 同样 3/3）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89520" y="416052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0" y="4352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工程层面的稳健增量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47548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direct_nlinear（不压缩）在 7/7 setting 双指标优于论文金标准；三 seed 下 MSE 7/7、MAE 6/7 严格更优。</a:t>
            </a:r>
            <a:endParaRPr lang="en-US" sz="1250" dirty="0"/>
          </a:p>
          <a:p>
            <a:pPr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口径：test-exposed 条件性证据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下一步：建议与决策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D0 聚合表重算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0136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低成本，让一个已存在的判定门槛正式落地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42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24328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机制结论定稿，启动论文写作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00837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材料已就绪：容量中性 + 有效一维结构 + 权重谱≠预测能力 —— 本周最确定的产出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831336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结构化低秩 Round 1 → 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21538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“换坐标系”而非“再压更狠”：周期段轴、水平+形状分解等；约 50–80 次训练，按预注册早停规则推进（Round 1 已在跑）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56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5038344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（可选）重做频段敏感性探针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42239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扰动改到残差支路私有输入，补完“平滑有害”的因果链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52360" y="1417320"/>
            <a:ext cx="4160520" cy="4709160"/>
          </a:xfrm>
          <a:prstGeom prst="roundRect">
            <a:avLst>
              <a:gd name="adj" fmla="val 1758"/>
            </a:avLst>
          </a:prstGeom>
          <a:solidFill>
            <a:srgbClr val="FBEDED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2668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风险与边界（须随结论一起讲）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726680" y="2313432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01000" y="2176272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7 个 setting 按测试集表现事后挑选：相关结论只能称“条件性、test-exposed 证据”，不得表述为盲测或无偏泛化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26680" y="3611880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01000" y="347472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扫描以单 seed 为主；关键结论已做三 seed 复核，并确实推翻了 2 项单 seed 信号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26680" y="4910328"/>
            <a:ext cx="128016" cy="128016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01000" y="4773168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容量上界 ≠ SGD 可达解：“容量中性”与“无精度收益”同时成立、并不矛盾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2026-09-15T09:55:30Z</dcterms:created>
  <dcterms:modified xsi:type="dcterms:W3CDTF">2026-09-15T09:55:30Z</dcterms:modified>
</cp:coreProperties>
</file>